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63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24"/>
    <p:restoredTop sz="94684"/>
  </p:normalViewPr>
  <p:slideViewPr>
    <p:cSldViewPr snapToGrid="0" snapToObjects="1">
      <p:cViewPr varScale="1">
        <p:scale>
          <a:sx n="120" d="100"/>
          <a:sy n="120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5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9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8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1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6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0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9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54F2F-FBAD-5A42-9176-B0E5C572621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C0A16-7576-5E47-BB87-9AB0E523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9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12	 - Assignment</a:t>
            </a:r>
            <a:br>
              <a:rPr lang="en-US" dirty="0"/>
            </a:br>
            <a:r>
              <a:rPr lang="en-US" dirty="0"/>
              <a:t>Mixed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6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CE12-5E5A-8C4F-7257-75571F4D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5303-52E5-DC0E-72BB-5F9960CF6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A6960-66A7-3741-3977-31601C81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17381"/>
            <a:ext cx="7772400" cy="462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7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07F0-370E-9C78-A0A3-BC7E0C3F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82837-12ED-996D-9D23-D2B2F86E8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642" y="-7194"/>
            <a:ext cx="6293094" cy="6865194"/>
          </a:xfrm>
        </p:spPr>
      </p:pic>
    </p:spTree>
    <p:extLst>
      <p:ext uri="{BB962C8B-B14F-4D97-AF65-F5344CB8AC3E}">
        <p14:creationId xmlns:p14="http://schemas.microsoft.com/office/powerpoint/2010/main" val="221670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on writing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document on canvas with some tips for writing results statements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8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83B3-8C25-0690-C3E6-FB44D2F1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4FBF-0883-EFBE-95AA-10B4062B8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need feedback urgently in order to progress with your project, please email me so we can prioritize</a:t>
            </a:r>
          </a:p>
        </p:txBody>
      </p:sp>
    </p:spTree>
    <p:extLst>
      <p:ext uri="{BB962C8B-B14F-4D97-AF65-F5344CB8AC3E}">
        <p14:creationId xmlns:p14="http://schemas.microsoft.com/office/powerpoint/2010/main" val="266902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Run a mixed model on one (or more) of your hypotheses. </a:t>
            </a:r>
          </a:p>
          <a:p>
            <a:pPr lvl="1"/>
            <a:r>
              <a:rPr lang="en-US" dirty="0"/>
              <a:t>If you model does not run w/o a warning or if you violate the assumptions, please note this. </a:t>
            </a:r>
          </a:p>
          <a:p>
            <a:endParaRPr lang="en-US" dirty="0"/>
          </a:p>
          <a:p>
            <a:r>
              <a:rPr lang="en-US" dirty="0"/>
              <a:t>2. In a separate document that you upload to canvas, write a results statement based on your model output. You can include any tables you need to reference in your results statement.</a:t>
            </a:r>
          </a:p>
          <a:p>
            <a:pPr lvl="1"/>
            <a:r>
              <a:rPr lang="en-US" dirty="0"/>
              <a:t>It is okay to just include some results and not all (and preferable to me!)</a:t>
            </a:r>
          </a:p>
          <a:p>
            <a:pPr lvl="1"/>
            <a:endParaRPr lang="en-US" dirty="0"/>
          </a:p>
          <a:p>
            <a:r>
              <a:rPr lang="en-US" dirty="0"/>
              <a:t>3. Remember to update your README file, annotate your code, and push your changes to </a:t>
            </a:r>
            <a:r>
              <a:rPr lang="en-US" dirty="0" err="1"/>
              <a:t>github</a:t>
            </a:r>
            <a:r>
              <a:rPr lang="en-US" dirty="0"/>
              <a:t>. I will also check your code.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10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166</Words>
  <Application>Microsoft Macintosh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Week 12  - Assignment Mixed Models</vt:lpstr>
      <vt:lpstr>PowerPoint Presentation</vt:lpstr>
      <vt:lpstr>PowerPoint Presentation</vt:lpstr>
      <vt:lpstr>Reference on writing results</vt:lpstr>
      <vt:lpstr>Feedback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 - Assignment Mixed Models</dc:title>
  <dc:creator>Kate Langwig</dc:creator>
  <cp:lastModifiedBy>Kate Langwig</cp:lastModifiedBy>
  <cp:revision>17</cp:revision>
  <dcterms:created xsi:type="dcterms:W3CDTF">2018-04-11T15:05:21Z</dcterms:created>
  <dcterms:modified xsi:type="dcterms:W3CDTF">2026-04-16T19:37:36Z</dcterms:modified>
</cp:coreProperties>
</file>