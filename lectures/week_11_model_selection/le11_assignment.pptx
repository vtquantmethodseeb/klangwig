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5" r:id="rId3"/>
    <p:sldId id="266" r:id="rId4"/>
    <p:sldId id="259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9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02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9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5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0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87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1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99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0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0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4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F3363-993E-4E40-AB86-43582E1498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8A6D4-E9B5-1E46-9B97-86475658E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5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and project reminders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remember to take the survey</a:t>
            </a:r>
          </a:p>
          <a:p>
            <a:endParaRPr lang="en-US" dirty="0"/>
          </a:p>
          <a:p>
            <a:r>
              <a:rPr lang="en-US" dirty="0"/>
              <a:t>You can find the link in the “assignments” section</a:t>
            </a:r>
          </a:p>
          <a:p>
            <a:endParaRPr lang="en-US" dirty="0"/>
          </a:p>
          <a:p>
            <a:r>
              <a:rPr lang="en-US" dirty="0"/>
              <a:t>Now is the time to start making progress on your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66165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6EE4-90A3-2EB4-0571-2E2CDA1C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plan – due Apr 14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647A9-7F16-4F47-6A5D-6FA8DA0DE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b="1" dirty="0"/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 Extended"/>
              </a:rPr>
              <a:t>Please submit a brief document or description here of what you are planning for your final project. Please include:</a:t>
            </a:r>
          </a:p>
          <a:p>
            <a:pPr marL="0" indent="0" algn="l">
              <a:buNone/>
            </a:pPr>
            <a:endParaRPr lang="en-US" b="0" i="0" dirty="0">
              <a:solidFill>
                <a:srgbClr val="222222"/>
              </a:solidFill>
              <a:effectLst/>
              <a:latin typeface="Lato Extended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Lato Extended"/>
              </a:rPr>
              <a:t>1. What hypothesis or question are you answering?</a:t>
            </a:r>
          </a:p>
          <a:p>
            <a:pPr marL="0" indent="0" algn="l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Lato Extended"/>
              </a:rPr>
              <a:t>Example: I am interested in the understanding the effect of temperature on fungal loads on bats.</a:t>
            </a:r>
            <a:endParaRPr lang="en-US" b="0" i="0" dirty="0">
              <a:solidFill>
                <a:srgbClr val="222222"/>
              </a:solidFill>
              <a:effectLst/>
              <a:latin typeface="Lato Extended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Lato Extended"/>
              </a:rPr>
              <a:t>2. What are your analytical plans?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Lato Extended"/>
              </a:rPr>
              <a:t>A. What type of analysis and what is the y variable, and what are the x variables?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Lato Extended"/>
              </a:rPr>
              <a:t>B. What is a datapoint (e.g. a row in your data)?</a:t>
            </a:r>
          </a:p>
          <a:p>
            <a:pPr marL="0" indent="0" algn="l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Lato Extended"/>
              </a:rPr>
              <a:t>Example: I will use a linear mixed effects model. My y-variable (response) is fungal loads, my x-variable is bat roosting temperature (predictor), and site is a random effect. A datapoint is swab taken from a bat at a site.  </a:t>
            </a:r>
            <a:endParaRPr lang="en-US" b="0" i="0" dirty="0">
              <a:solidFill>
                <a:srgbClr val="222222"/>
              </a:solidFill>
              <a:effectLst/>
              <a:latin typeface="Lato Extended"/>
            </a:endParaRPr>
          </a:p>
          <a:p>
            <a:pPr marL="0" indent="0" algn="l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Lato Extended"/>
              </a:rPr>
              <a:t>3. </a:t>
            </a:r>
            <a:r>
              <a:rPr lang="en-US" b="0" i="0" dirty="0">
                <a:solidFill>
                  <a:srgbClr val="222222"/>
                </a:solidFill>
                <a:effectLst/>
                <a:latin typeface="Lato Extended"/>
              </a:rPr>
              <a:t>What figures do you have planned?</a:t>
            </a:r>
          </a:p>
          <a:p>
            <a:pPr marL="0" indent="0" algn="l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Lato Extended"/>
              </a:rPr>
              <a:t>Example:  I plan to show a figure with temperature on the x-axis and fungal loads on the y-axis showing both the raw data and model predicted lines.</a:t>
            </a:r>
            <a:endParaRPr lang="en-US" b="0" i="0" dirty="0">
              <a:solidFill>
                <a:srgbClr val="222222"/>
              </a:solidFill>
              <a:effectLst/>
              <a:latin typeface="Lato Extended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457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C5D4-7773-297E-9CA9-DE6874CC0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Presentation Quick 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AF419-B35D-21DF-0F98-BA3A76CC5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 min + 2 min for questions</a:t>
            </a:r>
          </a:p>
          <a:p>
            <a:r>
              <a:rPr lang="en-US" dirty="0"/>
              <a:t>Please read assignment directions </a:t>
            </a:r>
            <a:r>
              <a:rPr lang="en-US" b="1" dirty="0"/>
              <a:t>carefully</a:t>
            </a:r>
          </a:p>
          <a:p>
            <a:endParaRPr lang="en-US" b="1" dirty="0"/>
          </a:p>
          <a:p>
            <a:r>
              <a:rPr lang="en-US" dirty="0"/>
              <a:t>All final materials due Apr 23</a:t>
            </a:r>
          </a:p>
          <a:p>
            <a:endParaRPr lang="en-US" dirty="0"/>
          </a:p>
          <a:p>
            <a:r>
              <a:rPr lang="en-US" dirty="0"/>
              <a:t>Send your presentation ahead of time or come with it on a USB 10 min early to class</a:t>
            </a:r>
          </a:p>
        </p:txBody>
      </p:sp>
    </p:spTree>
    <p:extLst>
      <p:ext uri="{BB962C8B-B14F-4D97-AF65-F5344CB8AC3E}">
        <p14:creationId xmlns:p14="http://schemas.microsoft.com/office/powerpoint/2010/main" val="3527642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E047-3A37-1C48-B6ED-8CF17E08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D9FF-6B45-C34F-9D4F-CD4AA1024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Week 10 (Last week): Begin crafting analysis to include in your results section; possibly from your assignments</a:t>
            </a:r>
          </a:p>
          <a:p>
            <a:r>
              <a:rPr lang="en-US" dirty="0"/>
              <a:t>Week 11: Start drafting results (figures, captions), outline text for other sections</a:t>
            </a:r>
          </a:p>
          <a:p>
            <a:r>
              <a:rPr lang="en-US" dirty="0"/>
              <a:t>Week 12 (next week): hand in plan for final project on Tuesday; finish graphs and draft abstract</a:t>
            </a:r>
          </a:p>
          <a:p>
            <a:r>
              <a:rPr lang="en-US" dirty="0"/>
              <a:t>Week 13: finalize content you want for peer review, reach out to Kate if you need help</a:t>
            </a:r>
          </a:p>
          <a:p>
            <a:r>
              <a:rPr lang="en-US" dirty="0"/>
              <a:t>Week 14: Integrate comments from peer review and finalize draft</a:t>
            </a:r>
          </a:p>
          <a:p>
            <a:r>
              <a:rPr lang="en-US" dirty="0"/>
              <a:t>Week 15: hand in final project on Wednesday</a:t>
            </a:r>
          </a:p>
        </p:txBody>
      </p:sp>
    </p:spTree>
    <p:extLst>
      <p:ext uri="{BB962C8B-B14F-4D97-AF65-F5344CB8AC3E}">
        <p14:creationId xmlns:p14="http://schemas.microsoft.com/office/powerpoint/2010/main" val="377950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7967"/>
            <a:ext cx="10515600" cy="474899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Use likelihood ratio tests and one other model selection approach to test at least 3 models of your data.</a:t>
            </a:r>
          </a:p>
          <a:p>
            <a:pPr lvl="1"/>
            <a:r>
              <a:rPr lang="en-US" dirty="0"/>
              <a:t>The models can be LMs or GLMs that you have already ran.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Explain what the results are telling you for each approach. Annotate your code! Should note whether they all agree.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Include a second results statement on the output of at least one approach  with your GLM results statement. Remember to update your README and annotate your code.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Very advanced:</a:t>
            </a:r>
          </a:p>
          <a:p>
            <a:pPr marL="0" indent="0">
              <a:buNone/>
            </a:pPr>
            <a:r>
              <a:rPr lang="en-US" dirty="0"/>
              <a:t>4. Use 5 fold cross validation to test predictive accuracy of your model. </a:t>
            </a:r>
            <a:br>
              <a:rPr lang="en-US" dirty="0"/>
            </a:b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Hand in this assignment with GLMs (last week) and make sure to include your results statement as a separate word doc uploaded to canvas. </a:t>
            </a:r>
          </a:p>
        </p:txBody>
      </p:sp>
    </p:spTree>
    <p:extLst>
      <p:ext uri="{BB962C8B-B14F-4D97-AF65-F5344CB8AC3E}">
        <p14:creationId xmlns:p14="http://schemas.microsoft.com/office/powerpoint/2010/main" val="139508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493</Words>
  <Application>Microsoft Macintosh PowerPoint</Application>
  <PresentationFormat>Widescreen</PresentationFormat>
  <Paragraphs>42</Paragraphs>
  <Slides>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Lato Extended</vt:lpstr>
      <vt:lpstr>Office Theme</vt:lpstr>
      <vt:lpstr>Survey and project reminders </vt:lpstr>
      <vt:lpstr>Final project plan – due Apr 14</vt:lpstr>
      <vt:lpstr>Final Presentation Quick Q &amp; A</vt:lpstr>
      <vt:lpstr>Suggested timeline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Langwig</dc:creator>
  <cp:lastModifiedBy>Kate Langwig</cp:lastModifiedBy>
  <cp:revision>20</cp:revision>
  <dcterms:created xsi:type="dcterms:W3CDTF">2018-04-04T15:58:26Z</dcterms:created>
  <dcterms:modified xsi:type="dcterms:W3CDTF">2026-04-09T18:04:34Z</dcterms:modified>
</cp:coreProperties>
</file>